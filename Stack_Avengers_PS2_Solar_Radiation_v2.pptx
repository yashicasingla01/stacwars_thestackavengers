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822960"/>
            <a:ext cx="2926080" cy="2926080"/>
          </a:xfrm>
          <a:prstGeom prst="ellipse">
            <a:avLst/>
          </a:prstGeom>
          <a:solidFill>
            <a:srgbClr val="F5C518"/>
          </a:solidFill>
          <a:ln/>
          <a:effectLst>
            <a:outerShdw sx="100000" sy="100000" kx="0" ky="0" algn="bl" rotWithShape="0" blurRad="317500" dist="50800" dir="16200000">
              <a:srgbClr val="F97316">
                <a:alpha val="6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446520" y="1325880"/>
            <a:ext cx="1920240" cy="1920240"/>
          </a:xfrm>
          <a:prstGeom prst="ellipse">
            <a:avLst/>
          </a:prstGeom>
          <a:solidFill>
            <a:srgbClr val="FFE06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</a:rPr>
              <a:t>S T A C   W A R S  ·  PS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C518"/>
                </a:solidFill>
              </a:rPr>
              <a:t>SOLAR RADIATION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5C518"/>
                </a:solidFill>
              </a:rPr>
              <a:t>ANALYSIS &amp; PREDICTION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C0E0"/>
                </a:solidFill>
              </a:rPr>
              <a:t>Voyage-123 decoded: read the sun, power the Rebellion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747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Team: The Stack Avengers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C0E0"/>
                </a:solidFill>
              </a:rPr>
              <a:t>Team Lead: Yashica Singla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C518"/>
                </a:solidFill>
              </a:rPr>
              <a:t>1 · The Problem and Our Plan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E0"/>
                </a:solidFill>
              </a:rPr>
              <a:t>The Stack Avengers · STAC WARS PS2 ·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Voyage-123 logged radiation, temperature, humidity, wind, sunrise and sunset. We turn raw logs into insight, a day-wise report and a prediction model.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1984248" cy="1554480"/>
          </a:xfrm>
          <a:prstGeom prst="roundRect">
            <a:avLst>
              <a:gd name="adj" fmla="val 4706"/>
            </a:avLst>
          </a:prstGeom>
          <a:solidFill>
            <a:srgbClr val="161E45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75488" y="153619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</a:rPr>
              <a:t>A · Visualise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1847088"/>
            <a:ext cx="1764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4 marks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3D + 2D plots: radiation vs time and 2+ parameters, outliers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96312" y="1463040"/>
            <a:ext cx="1984248" cy="1554480"/>
          </a:xfrm>
          <a:prstGeom prst="roundRect">
            <a:avLst>
              <a:gd name="adj" fmla="val 4706"/>
            </a:avLst>
          </a:prstGeom>
          <a:solidFill>
            <a:srgbClr val="161E45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606040" y="153619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</a:rPr>
              <a:t>B · Infer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1847088"/>
            <a:ext cx="1764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5 marks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Peak hour, strongest driver, temp/humidity link, outliers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26864" y="1463040"/>
            <a:ext cx="1984248" cy="1554480"/>
          </a:xfrm>
          <a:prstGeom prst="roundRect">
            <a:avLst>
              <a:gd name="adj" fmla="val 4706"/>
            </a:avLst>
          </a:prstGeom>
          <a:solidFill>
            <a:srgbClr val="161E45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36592" y="153619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</a:rPr>
              <a:t>C · Solar day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736592" y="1847088"/>
            <a:ext cx="1764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5 marks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Pandas/NumPy daily report, peak day, top 5 days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57416" y="1463040"/>
            <a:ext cx="1984248" cy="1554480"/>
          </a:xfrm>
          <a:prstGeom prst="roundRect">
            <a:avLst>
              <a:gd name="adj" fmla="val 4706"/>
            </a:avLst>
          </a:prstGeom>
          <a:solidFill>
            <a:srgbClr val="161E45"/>
          </a:solidFill>
          <a:ln w="1905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867144" y="1536192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C518"/>
                </a:solidFill>
              </a:rPr>
              <a:t>Bonus · Predict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867144" y="1847088"/>
            <a:ext cx="1764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6 marks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Regression model, RMSE and R²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383280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161E45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65760" y="33832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Load + clean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581912" y="3383280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161E45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581912" y="33832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Datetime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98064" y="3383280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161E45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2798064" y="33832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Visualise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14216" y="3383280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161E45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014216" y="33832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Infer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30368" y="3383280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161E45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5230368" y="33832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Daily report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46520" y="3383280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F5C518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446520" y="33832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026"/>
                </a:solidFill>
              </a:rPr>
              <a:t>ML model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62672" y="3383280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161E45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662672" y="33832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PDF report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6576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0E0"/>
                </a:solidFill>
              </a:rPr>
              <a:t>Python · Pandas · NumPy · Matplotlib · Seaborn · Plotly · scikit-learn · GitHub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C518"/>
                </a:solidFill>
              </a:rPr>
              <a:t>2 · Part A: 3D Visualisation Models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E0"/>
                </a:solidFill>
              </a:rPr>
              <a:t>The Stack Avengers · STAC WARS PS2 ·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31520"/>
            <a:ext cx="4114800" cy="3081528"/>
          </a:xfrm>
          <a:prstGeom prst="roundRect">
            <a:avLst>
              <a:gd name="adj" fmla="val 1780"/>
            </a:avLst>
          </a:prstGeom>
          <a:solidFill>
            <a:srgbClr val="0F173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pic>
        <p:nvPicPr>
          <p:cNvPr id="6" name="Image 0" descr="f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4023360" cy="27340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65760" y="35387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518"/>
                </a:solidFill>
              </a:rPr>
              <a:t>3D surface: radiation = f(hour, temperature)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709160" y="731520"/>
            <a:ext cx="4114800" cy="3081528"/>
          </a:xfrm>
          <a:prstGeom prst="roundRect">
            <a:avLst>
              <a:gd name="adj" fmla="val 1780"/>
            </a:avLst>
          </a:prstGeom>
          <a:solidFill>
            <a:srgbClr val="0F173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pic>
        <p:nvPicPr>
          <p:cNvPr id="9" name="Image 1" descr="f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777240"/>
            <a:ext cx="4023360" cy="27340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754880" y="35387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518"/>
                </a:solidFill>
              </a:rPr>
              <a:t>3D scatter: hour × temp × humidity, colour = radiation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65760" y="39776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161E45"/>
          </a:solidFill>
          <a:ln w="1905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75488" y="4050792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C518"/>
                </a:solidFill>
              </a:rPr>
              <a:t>Why 3D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75488" y="4361688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Shows joint effect of two drivers that a flat scatter hides.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754880" y="39776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161E45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4864608" y="4050792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</a:rPr>
              <a:t>Tool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864608" y="4361688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Plotly (interactive, rotatable) in notebook; static export in report.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C518"/>
                </a:solidFill>
              </a:rPr>
              <a:t>3 · More Models: Bars and Correlation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E0"/>
                </a:solidFill>
              </a:rPr>
              <a:t>The Stack Avengers · STAC WARS PS2 · 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31520"/>
            <a:ext cx="4114800" cy="3081528"/>
          </a:xfrm>
          <a:prstGeom prst="roundRect">
            <a:avLst>
              <a:gd name="adj" fmla="val 1780"/>
            </a:avLst>
          </a:prstGeom>
          <a:solidFill>
            <a:srgbClr val="0F173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pic>
        <p:nvPicPr>
          <p:cNvPr id="6" name="Image 0" descr="f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4023360" cy="27340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65760" y="35387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518"/>
                </a:solidFill>
              </a:rPr>
              <a:t>3D bars: hourly radiation by humidity band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709160" y="731520"/>
            <a:ext cx="4114800" cy="3364992"/>
          </a:xfrm>
          <a:prstGeom prst="roundRect">
            <a:avLst>
              <a:gd name="adj" fmla="val 1630"/>
            </a:avLst>
          </a:prstGeom>
          <a:solidFill>
            <a:srgbClr val="0F173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pic>
        <p:nvPicPr>
          <p:cNvPr id="9" name="Image 1" descr="f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777240"/>
            <a:ext cx="4023360" cy="30175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754880" y="38221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518"/>
                </a:solidFill>
              </a:rPr>
              <a:t>Correlation heatmap (all parameters)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65760" y="39776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161E45"/>
          </a:solidFill>
          <a:ln w="1905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75488" y="4050792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C518"/>
                </a:solidFill>
              </a:rPr>
              <a:t>Reading it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75488" y="4361688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Clear sky (low humidity) lifts the noon peak; humid bands sit lower.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4754880" y="4251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C0E0"/>
                </a:solidFill>
              </a:rPr>
              <a:t>Illustrative charts: shape of the models, not real Voyage-123 data. Real plots replace these after running the notebook.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C518"/>
                </a:solidFill>
              </a:rPr>
              <a:t>4 · Part B: Inferences We Will Prove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E0"/>
                </a:solidFill>
              </a:rPr>
              <a:t>The Stack Avengers · STAC WARS PS2 · 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31520"/>
            <a:ext cx="4114800" cy="2724912"/>
          </a:xfrm>
          <a:prstGeom prst="roundRect">
            <a:avLst>
              <a:gd name="adj" fmla="val 2013"/>
            </a:avLst>
          </a:prstGeom>
          <a:solidFill>
            <a:srgbClr val="0F173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pic>
        <p:nvPicPr>
          <p:cNvPr id="6" name="Image 0" descr="f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4023360" cy="2377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65760" y="318211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518"/>
                </a:solidFill>
              </a:rPr>
              <a:t>Mean radiation by hour (peak near solar noon)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709160" y="731520"/>
            <a:ext cx="4114800" cy="2724912"/>
          </a:xfrm>
          <a:prstGeom prst="roundRect">
            <a:avLst>
              <a:gd name="adj" fmla="val 2013"/>
            </a:avLst>
          </a:prstGeom>
          <a:solidFill>
            <a:srgbClr val="0F173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pic>
        <p:nvPicPr>
          <p:cNvPr id="9" name="Image 1" descr="f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777240"/>
            <a:ext cx="4023360" cy="23774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754880" y="318211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518"/>
                </a:solidFill>
              </a:rPr>
              <a:t>Boxplot by hour block (outliers in orange)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65760" y="361188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161E45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75488" y="368503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</a:rPr>
              <a:t>Peak time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75488" y="3995928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Hourly mean; expect solar noon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468880" y="361188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161E45"/>
          </a:solidFill>
          <a:ln w="1905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2578608" y="368503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C518"/>
                </a:solidFill>
              </a:rPr>
              <a:t>Top driver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2578608" y="3995928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Rank corr() with Radiation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572000" y="361188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161E45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4681728" y="368503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</a:rPr>
              <a:t>Temp / humidity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4681728" y="3995928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Temp up, humidity down; explain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675120" y="361188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161E45"/>
          </a:solidFill>
          <a:ln w="1905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784848" y="368503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C518"/>
                </a:solidFill>
              </a:rPr>
              <a:t>Outliers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6784848" y="3995928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IQR / z-score; night readings, spikes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C518"/>
                </a:solidFill>
              </a:rPr>
              <a:t>5 · Part C: Solar Day Analysis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E0"/>
                </a:solidFill>
              </a:rPr>
              <a:t>The Stack Avengers · STAC WARS PS2 · 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161E45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75488" y="850392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</a:rPr>
              <a:t>Pandas pipeline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75488" y="1161288"/>
            <a:ext cx="3803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df['Datetime']=Date+Time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daily=df.groupby('Date')['Radiation']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  .agg(['max','mean'])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peak=df.loc[df.Radiation.idxmax()]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delay=peak.Datetime-peak.Sunrise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daily.nlargest(5,'mean')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731520"/>
            <a:ext cx="4114800" cy="2724912"/>
          </a:xfrm>
          <a:prstGeom prst="roundRect">
            <a:avLst>
              <a:gd name="adj" fmla="val 2013"/>
            </a:avLst>
          </a:prstGeom>
          <a:solidFill>
            <a:srgbClr val="0F173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pic>
        <p:nvPicPr>
          <p:cNvPr id="9" name="Image 0" descr="f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777240"/>
            <a:ext cx="4023360" cy="23774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754880" y="318211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518"/>
                </a:solidFill>
              </a:rPr>
              <a:t>Top 5 days by average radiation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0080" y="3931920"/>
            <a:ext cx="7863840" cy="0"/>
          </a:xfrm>
          <a:prstGeom prst="line">
            <a:avLst/>
          </a:prstGeom>
          <a:noFill/>
          <a:ln w="38100">
            <a:solidFill>
              <a:srgbClr val="B8C0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3813048"/>
            <a:ext cx="237744" cy="237744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182880" y="4114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Sunrise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0" y="3813048"/>
            <a:ext cx="237744" cy="237744"/>
          </a:xfrm>
          <a:prstGeom prst="ellipse">
            <a:avLst/>
          </a:prstGeom>
          <a:solidFill>
            <a:srgbClr val="F5C518"/>
          </a:solidFill>
          <a:ln/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200400" y="4114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Peak radiation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589520" y="3813048"/>
            <a:ext cx="237744" cy="237744"/>
          </a:xfrm>
          <a:prstGeom prst="ellipse">
            <a:avLst/>
          </a:prstGeom>
          <a:solidFill>
            <a:srgbClr val="38BDF8"/>
          </a:solidFill>
          <a:ln/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132320" y="4114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Sunset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36576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0E0"/>
                </a:solidFill>
              </a:rPr>
              <a:t>Report: peak time, hours after sunrise, day length; temp, humidity, wind at peak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C518"/>
                </a:solidFill>
              </a:rPr>
              <a:t>6 · Bonus: ML Prediction Model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E0"/>
                </a:solidFill>
              </a:rPr>
              <a:t>The Stack Avengers · STAC WARS PS2 ·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31520"/>
            <a:ext cx="3657600" cy="3026664"/>
          </a:xfrm>
          <a:prstGeom prst="roundRect">
            <a:avLst>
              <a:gd name="adj" fmla="val 1813"/>
            </a:avLst>
          </a:prstGeom>
          <a:solidFill>
            <a:srgbClr val="0F173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pic>
        <p:nvPicPr>
          <p:cNvPr id="6" name="Image 0" descr="f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3566160" cy="26791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65760" y="34838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518"/>
                </a:solidFill>
              </a:rPr>
              <a:t>Predicted vs actual (Random Forest)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114800" y="731520"/>
            <a:ext cx="3657600" cy="3026664"/>
          </a:xfrm>
          <a:prstGeom prst="roundRect">
            <a:avLst>
              <a:gd name="adj" fmla="val 1813"/>
            </a:avLst>
          </a:prstGeom>
          <a:solidFill>
            <a:srgbClr val="0F173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pic>
        <p:nvPicPr>
          <p:cNvPr id="9" name="Image 1" descr="f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777240"/>
            <a:ext cx="3566160" cy="26791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160520" y="34838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518"/>
                </a:solidFill>
              </a:rPr>
              <a:t>Feature importance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7863840" y="777240"/>
            <a:ext cx="1005840" cy="2679192"/>
          </a:xfrm>
          <a:prstGeom prst="roundRect">
            <a:avLst>
              <a:gd name="adj" fmla="val 7273"/>
            </a:avLst>
          </a:prstGeom>
          <a:solidFill>
            <a:srgbClr val="161E45"/>
          </a:solidFill>
          <a:ln w="1905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7973568" y="85039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C518"/>
                </a:solidFill>
              </a:rPr>
              <a:t>Scores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7973568" y="1161288"/>
            <a:ext cx="786384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RMSE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__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__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(after run)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65760" y="393192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161E45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475488" y="4005072"/>
            <a:ext cx="8193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</a:rPr>
              <a:t>Method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75488" y="4315968"/>
            <a:ext cx="8193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Features: temp, pressure, humidity, wind, hour, minutes since sunrise · 80/20 split plus time-based split · Linear Regression baseline vs Random Forest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C518"/>
                </a:solidFill>
              </a:rPr>
              <a:t>7 · How We Make the Report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0E0"/>
                </a:solidFill>
              </a:rPr>
              <a:t>The Stack Avengers · STAC WARS PS2 · 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161E45"/>
          </a:solidFill>
          <a:ln w="1905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65760" y="9144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 Introduction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83080" y="91440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161E45"/>
          </a:solidFill>
          <a:ln w="1905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783080" y="9144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2. Visualisations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161E45"/>
          </a:solidFill>
          <a:ln w="1905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200400" y="9144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 Inferences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91440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161E45"/>
          </a:solidFill>
          <a:ln w="1905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17720" y="9144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4. Day report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91440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161E45"/>
          </a:solidFill>
          <a:ln w="1905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035040" y="9144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5. ML scores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52360" y="91440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161E45"/>
          </a:solidFill>
          <a:ln w="1905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452360" y="9144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6. GitHub link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103120"/>
            <a:ext cx="4114800" cy="2468880"/>
          </a:xfrm>
          <a:prstGeom prst="roundRect">
            <a:avLst>
              <a:gd name="adj" fmla="val 2963"/>
            </a:avLst>
          </a:prstGeom>
          <a:solidFill>
            <a:srgbClr val="161E45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75488" y="217627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</a:rPr>
              <a:t>Process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75488" y="2487168"/>
            <a:ext cx="38953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Export notebook figures, caption every plot, copy numbers straight from code output, one team review of the final PDF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103120"/>
            <a:ext cx="4114800" cy="2468880"/>
          </a:xfrm>
          <a:prstGeom prst="roundRect">
            <a:avLst>
              <a:gd name="adj" fmla="val 2963"/>
            </a:avLst>
          </a:prstGeom>
          <a:solidFill>
            <a:srgbClr val="161E45"/>
          </a:solidFill>
          <a:ln w="1905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5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773168" y="217627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C518"/>
                </a:solidFill>
              </a:rPr>
              <a:t>GitHub repo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773168" y="2487168"/>
            <a:ext cx="38953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TeamName_SolarRadiation/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  solar_analysis.ipynb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  report.pdf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  README.md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C518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0E0"/>
                </a:solidFill>
              </a:rPr>
              <a:t>The Stack Avengers · Team Lead: Yashica Singla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B8C0E0"/>
                </a:solidFill>
              </a:rPr>
              <a:t>May the Code Be With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Radiation - The Stack Avengers</dc:title>
  <dc:subject>PptxGenJS Presentation</dc:subject>
  <dc:creator>PptxGenJS</dc:creator>
  <cp:lastModifiedBy>PptxGenJS</cp:lastModifiedBy>
  <cp:revision>1</cp:revision>
  <dcterms:created xsi:type="dcterms:W3CDTF">2026-10-23T15:28:02Z</dcterms:created>
  <dcterms:modified xsi:type="dcterms:W3CDTF">2026-10-23T15:28:02Z</dcterms:modified>
</cp:coreProperties>
</file>